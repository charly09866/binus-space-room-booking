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93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7C5CF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182880"/>
            <a:ext cx="2743200" cy="2743200"/>
          </a:xfrm>
          <a:prstGeom prst="ellipse">
            <a:avLst/>
          </a:prstGeom>
          <a:solidFill>
            <a:srgbClr val="4FA8F5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3291840" cy="3291840"/>
          </a:xfrm>
          <a:prstGeom prst="ellipse">
            <a:avLst/>
          </a:prstGeom>
          <a:solidFill>
            <a:srgbClr val="4FA8F5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5486400"/>
            <a:ext cx="2377440" cy="2377440"/>
          </a:xfrm>
          <a:prstGeom prst="ellipse">
            <a:avLst/>
          </a:prstGeom>
          <a:solidFill>
            <a:srgbClr val="7C5CFC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46888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Peminjaman Ruangan Kampus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E9B24D-B43D-ECDD-7706-95F480AAC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-86868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97280" y="192024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222222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21488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FF1FA8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3172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Muhamad Rifki Perkasa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3172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2802479413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222222"/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21488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3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22860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 Rahmatanto Putro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1812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2802495032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02336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222222"/>
          </a:solidFill>
          <a:ln/>
        </p:spPr>
      </p:sp>
      <p:sp>
        <p:nvSpPr>
          <p:cNvPr id="14" name="Shape 12"/>
          <p:cNvSpPr/>
          <p:nvPr/>
        </p:nvSpPr>
        <p:spPr>
          <a:xfrm>
            <a:off x="1325880" y="4251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251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31720" y="4389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Malvin Yonatan Muliawan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331720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2802480232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402336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22222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42519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4FA8F5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251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818120" y="4389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Charly Prayoga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18120" y="4892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2802486904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Problem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645920" y="18745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peminjaman ruangan masih manual dan memakan waktu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645920" y="2926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Sulit mengecek ketersediaan ruangan secara real-time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45920" y="39776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Rawan bentrok jadwal (double-booking) pada ruangan yang sama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A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45920" y="5029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transparansi status &amp; alur persetujuan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601200" y="0"/>
            <a:ext cx="2587752" cy="1645920"/>
          </a:xfrm>
          <a:prstGeom prst="rtTriangle">
            <a:avLst/>
          </a:prstGeom>
          <a:solidFill>
            <a:srgbClr val="FF1FA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097280" y="219456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2222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926080" y="2651760"/>
            <a:ext cx="914400" cy="914400"/>
          </a:xfrm>
          <a:prstGeom prst="ellipse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Dosen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43434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Mengajukan peminjaman ruangan untuk kegiatan akademik &amp; organisasi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219456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222222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2651760"/>
            <a:ext cx="914400" cy="914400"/>
          </a:xfrm>
          <a:prstGeom prst="ellipse">
            <a:avLst/>
          </a:prstGeom>
          <a:solidFill>
            <a:srgbClr val="3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43434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dan menyetujui permohonan peminjaman ruangan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6964" y="-1090669"/>
            <a:ext cx="3840480" cy="3840480"/>
          </a:xfrm>
          <a:prstGeom prst="ellipse">
            <a:avLst/>
          </a:prstGeom>
          <a:solidFill>
            <a:srgbClr val="4FA8F5">
              <a:alpha val="4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Binus Space?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7589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Binus Space adalah platform booking ruangan kampus berbasis web yang memudahkan mahasiswa dan dosen mengecek ketersediaan serta meminjam ruangan kelas dan lab </a:t>
            </a:r>
            <a:r>
              <a:rPr lang="en-US" sz="20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secara</a:t>
            </a: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online </a:t>
            </a:r>
            <a:r>
              <a:rPr lang="en-US" sz="2000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</a:t>
            </a: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 persetujuan terpusat yang transparan dan pencegahan bentrok jadwal otomatis.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F89BB-8F52-A9B5-A232-E6D587E8C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-457200"/>
            <a:ext cx="44577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8686800" y="1463040"/>
            <a:ext cx="822960" cy="4114800"/>
          </a:xfrm>
          <a:prstGeom prst="roundRect">
            <a:avLst>
              <a:gd name="adj" fmla="val 50000"/>
            </a:avLst>
          </a:prstGeom>
          <a:solidFill>
            <a:srgbClr val="3FE0E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463040"/>
            <a:ext cx="822960" cy="4114800"/>
          </a:xfrm>
          <a:prstGeom prst="roundRect">
            <a:avLst>
              <a:gd name="adj" fmla="val 50000"/>
            </a:avLst>
          </a:prstGeom>
          <a:solidFill>
            <a:srgbClr val="FF1FA8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1463040"/>
            <a:ext cx="822960" cy="41148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ketersediaan ruangan dengan pencarian &amp; filter kategori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online lewat form bertahap yang mudah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4198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41985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dengan login multi-user &amp; password ter-enkripsi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6110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4261104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system</a:t>
            </a:r>
            <a:r>
              <a:rPr lang="en-US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setujui</a:t>
            </a: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/tolak dengan alasan &amp; jejak admin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1023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5102352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Pencegahan double-booking otomatis di sisi server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C1C2E"/>
          </a:solidFill>
          <a:ln w="19050">
            <a:solidFill>
              <a:srgbClr val="4FA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4FA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+ Tailwind CSS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C1C2E"/>
          </a:solidFill>
          <a:ln w="19050">
            <a:solidFill>
              <a:srgbClr val="FF1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 (REST API)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C1C2E"/>
          </a:solidFill>
          <a:ln w="19050">
            <a:solidFill>
              <a:srgbClr val="3F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MySQL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92240" y="36118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1C1C2E"/>
          </a:solidFill>
          <a:ln w="19050">
            <a:solidFill>
              <a:srgbClr val="7C5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9601200" y="0"/>
            <a:ext cx="2587752" cy="1645920"/>
          </a:xfrm>
          <a:prstGeom prst="rtTriangle">
            <a:avLst/>
          </a:prstGeom>
          <a:solidFill>
            <a:srgbClr val="3FE0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Positif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164592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Efisien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Peminjaman ruangan jadi cepat &amp; mandiri, tanpa proses manual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3383280" cy="164592"/>
          </a:xfrm>
          <a:prstGeom prst="roundRect">
            <a:avLst>
              <a:gd name="adj" fmla="val 50000"/>
            </a:avLst>
          </a:prstGeom>
          <a:solidFill>
            <a:srgbClr val="FF1F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permohonan &amp; jejak persetujuan dapat dilacak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103120"/>
            <a:ext cx="3383280" cy="164592"/>
          </a:xfrm>
          <a:prstGeom prst="roundRect">
            <a:avLst>
              <a:gd name="adj" fmla="val 50000"/>
            </a:avLst>
          </a:prstGeom>
          <a:solidFill>
            <a:srgbClr val="3FE0E0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468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 Bentrok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otomatis mencegah double-booking ruangan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Links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3FE0E0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(Frontend)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37760" y="19202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binus-space-frontend.vercel.app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FF1FA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(Backend)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2880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1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binus-space-backend.onrender.com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Frontend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3840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github.com/rifkyrp64-debug/binus-space-frontend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800600"/>
            <a:ext cx="164592" cy="640080"/>
          </a:xfrm>
          <a:prstGeom prst="roundRect">
            <a:avLst>
              <a:gd name="adj" fmla="val 50000"/>
            </a:avLst>
          </a:prstGeom>
          <a:solidFill>
            <a:srgbClr val="4FA8F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800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Backend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4800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A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github.com/rifkyrp64-debug/binus-space-backend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7C5CF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FF1FA8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560320"/>
            <a:ext cx="121889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279</Words>
  <Application>Microsoft Office PowerPoint</Application>
  <PresentationFormat>Widescreen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Binus Space</dc:title>
  <dc:subject>PptxGenJS Presentation</dc:subject>
  <dc:creator>Tim Binus Space</dc:creator>
  <cp:lastModifiedBy>Rifki Perkasa</cp:lastModifiedBy>
  <cp:revision>3</cp:revision>
  <dcterms:created xsi:type="dcterms:W3CDTF">2026-06-09T08:28:10Z</dcterms:created>
  <dcterms:modified xsi:type="dcterms:W3CDTF">2026-06-11T01:08:27Z</dcterms:modified>
</cp:coreProperties>
</file>